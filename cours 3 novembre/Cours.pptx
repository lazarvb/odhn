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F5226-FFB4-694F-4617-589C6C154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56907CB-FC71-E560-AA42-7508332B3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D38679-339C-63E5-8CC6-346EC8D52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83D7A3-5F4A-5C3A-330F-85E788DFB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021FA0-4064-7AC9-FF64-7ECA5A7E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926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5B1C49-696F-784E-2A1F-56D27F9B0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AE379F-8996-95C5-6B61-3AF342138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A40F29-8AAE-0893-D407-3745D9276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F5212E-8F8C-86D3-13A1-E7EA484C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EDB998-1F16-2F85-78BD-A8A37F54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16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F5EF99-1594-BAE5-DEE2-4077CD9AE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AAABD3-D241-6052-D603-F1DB7C447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B06767-7727-A549-723C-9E468791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726C01-B85B-1CED-41D3-3B49B2D7D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F94BE5-5CC7-CC29-F1FA-773603C5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412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85CEAC-D6F9-E592-38AB-3D144232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69CE40-2A94-52B9-3EA6-0304B92A7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AFF9662-8980-D1F8-0536-7A8C42548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C019B9-2A15-CE25-3BE6-855EE8CB0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57D1B2C-0FFF-3063-F901-4216A5AAD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21DADB-70A3-16B6-B938-3F0D5FA7C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4947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5FAEF4-79FA-F815-DA41-931F61F8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3C51A1-5304-0560-5DA1-30DB74DE3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0A4142-D6E0-FB82-9E5C-AC311C5B5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79AFE9B-F8B9-B1A0-9D0A-80B0262E5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BFCD562-11BC-48DB-DCDD-C332FFD161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C567BC3-88FE-9840-42D9-583707A8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5A3178D-82D1-2A97-BE1B-A16072616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5A77D58-0297-DDC8-55D6-AF9F13C9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84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BA52E3-2ED1-BDC0-9342-7D500ADC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ADB260-84F2-BB19-8B36-CFEB4469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FAE80A5-5821-CDF1-E9D6-8FD76DB6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28B55D-959B-A88A-AA7F-171D149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919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6A8E432-F01E-C9B2-05C6-1AF108C7B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6F95CA1-C5D7-FD77-A4FD-980C63E36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1C6A16-3528-2035-B8F3-D0C6FAB3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50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4C954C-F132-6E2F-BFCC-265131584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24ED4A-8B46-EDAB-40BD-3EF0D6A47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2B4F23-DA24-9165-EA3D-6940C6D31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887DC0-B058-8210-B150-1D828FA3D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BB8B47-E19F-E9AD-DE36-F683BFB6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B4F7C2-38BF-3778-7C32-F2275318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1757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392E90-CB8B-F1D4-49DD-EC762096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722EFF8-F991-8412-577D-D273207BE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492688-74E9-BE59-FE1F-67538EE56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3D9D86-53F2-8AE3-E291-949969A5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C01EA8-50CE-F6C8-BCF3-2B56E651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B32812-DE27-E888-39B1-89F21969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630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67E82E-BE37-2933-E72F-16663B79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D6E3C9C-C896-FC65-EDB7-1CF65B715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D0615C-1878-98CB-F929-7FA6261E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D4282D-ED80-C799-617A-1CC81F29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04FFC2-C9CA-4E1F-4F08-667D94814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0918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44D3678-5A23-CC4A-3CE0-532038D26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C6A0238-E079-614E-AD1E-3CAAE80B4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398DEC-0745-4FCA-F778-BA648E0A5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02AA4B-2115-E661-FB5A-41DE844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3DF602-D0D8-6DEF-679B-A747436E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166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F7E1C07-8558-3DFC-18A8-CC469B0E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29788C-8FBE-99D0-92C7-5910C2C6F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79DA5E-4495-C79B-2A1B-8B4817498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0B6D0-0197-442D-B8FC-36892743BE7B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D267C2-4529-2743-7D97-C1AD2C976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4D9866-5E13-3CA3-592B-E17B1BDD8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BB9D1-F52C-44A9-8CFD-D2C53E773B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370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4542F-C7B9-F71E-55DF-DD2613167C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31ECB96-9B83-FDB1-73C8-722F2B4638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06593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Lazar Van Berchem</dc:creator>
  <cp:lastModifiedBy>Lazar Van Berchem</cp:lastModifiedBy>
  <cp:revision>1</cp:revision>
  <dcterms:created xsi:type="dcterms:W3CDTF">2026-09-02T10:59:47Z</dcterms:created>
  <dcterms:modified xsi:type="dcterms:W3CDTF">2026-09-02T10:59:57Z</dcterms:modified>
</cp:coreProperties>
</file>